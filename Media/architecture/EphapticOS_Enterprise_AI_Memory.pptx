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8" d="100"/>
          <a:sy n="88" d="100"/>
        </p:scale>
        <p:origin x="242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8A877E-611F-4D12-B932-FE370033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F1D1A2-9488-4ACE-A584-EF04A9EC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00DC4C-1AB9-4300-98A6-21B7AB6F1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F6EE14-DB85-4DDE-AA0D-124AE4C84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87BB1F-26D4-463A-B254-76B5CE30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CE79B0-32BC-4D06-812A-70FE4518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874118-AE76-4372-9EF3-F04FD4D7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5AD9B-8998-4B8B-89B3-9E55D209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6C94DA-2274-4C66-8A59-DC8D56A8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F9F625-6050-4C52-AA15-61A802DFF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0BE697-5CDB-43D4-9FAE-BFAE24CE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3"/>
            <a:ext cx="16256000" cy="9069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Devi Eadala</cp:lastModifiedBy>
  <cp:revision>10</cp:revision>
  <dcterms:created xsi:type="dcterms:W3CDTF">2006-08-16T00:00:00Z</dcterms:created>
  <dcterms:modified xsi:type="dcterms:W3CDTF">2026-10-12T03:35:17Z</dcterms:modified>
</cp:coreProperties>
</file>